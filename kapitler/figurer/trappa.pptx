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4E239-5751-41C9-AF0C-01C7D0AB61CD}" v="1" dt="2023-12-08T10:10:52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57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ar Bakken Stovner" userId="a2d03bef-3036-4670-b46d-ce184aacf6f6" providerId="ADAL" clId="{3C64E239-5751-41C9-AF0C-01C7D0AB61CD}"/>
    <pc:docChg chg="custSel modSld">
      <pc:chgData name="Roar Bakken Stovner" userId="a2d03bef-3036-4670-b46d-ce184aacf6f6" providerId="ADAL" clId="{3C64E239-5751-41C9-AF0C-01C7D0AB61CD}" dt="2023-12-08T10:15:25.106" v="169" actId="20577"/>
      <pc:docMkLst>
        <pc:docMk/>
      </pc:docMkLst>
      <pc:sldChg chg="addSp modSp mod">
        <pc:chgData name="Roar Bakken Stovner" userId="a2d03bef-3036-4670-b46d-ce184aacf6f6" providerId="ADAL" clId="{3C64E239-5751-41C9-AF0C-01C7D0AB61CD}" dt="2023-12-08T10:15:25.106" v="169" actId="20577"/>
        <pc:sldMkLst>
          <pc:docMk/>
          <pc:sldMk cId="1977194673" sldId="257"/>
        </pc:sldMkLst>
        <pc:spChg chg="mod">
          <ac:chgData name="Roar Bakken Stovner" userId="a2d03bef-3036-4670-b46d-ce184aacf6f6" providerId="ADAL" clId="{3C64E239-5751-41C9-AF0C-01C7D0AB61CD}" dt="2023-12-08T10:10:37.269" v="30" actId="20577"/>
          <ac:spMkLst>
            <pc:docMk/>
            <pc:sldMk cId="1977194673" sldId="257"/>
            <ac:spMk id="3" creationId="{7BF773AF-60CC-5912-BBB0-DCCDBDF8BC38}"/>
          </ac:spMkLst>
        </pc:spChg>
        <pc:spChg chg="add mod">
          <ac:chgData name="Roar Bakken Stovner" userId="a2d03bef-3036-4670-b46d-ce184aacf6f6" providerId="ADAL" clId="{3C64E239-5751-41C9-AF0C-01C7D0AB61CD}" dt="2023-12-08T10:10:48.010" v="63" actId="20577"/>
          <ac:spMkLst>
            <pc:docMk/>
            <pc:sldMk cId="1977194673" sldId="257"/>
            <ac:spMk id="5" creationId="{B33200F1-E7D1-4721-4777-F0AD6BF78DF4}"/>
          </ac:spMkLst>
        </pc:spChg>
        <pc:spChg chg="add mod">
          <ac:chgData name="Roar Bakken Stovner" userId="a2d03bef-3036-4670-b46d-ce184aacf6f6" providerId="ADAL" clId="{3C64E239-5751-41C9-AF0C-01C7D0AB61CD}" dt="2023-12-08T10:15:25.106" v="169" actId="20577"/>
          <ac:spMkLst>
            <pc:docMk/>
            <pc:sldMk cId="1977194673" sldId="257"/>
            <ac:spMk id="6" creationId="{8598690D-4D9E-0FFD-E33C-02665D1F20F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5205B-2B56-0C83-24C2-38A5A70E4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20908-D688-2954-53C9-A37DBE0B1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C60D5-9285-6A08-7D14-4CA835AC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DB1B4-275E-BA82-B98D-5E843AF5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0D8FB-009C-4C63-5E2C-E925A7D2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3417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E5C0-53C1-BEBC-6B60-C4159857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BB5FF-CACE-619B-79A8-4261607AE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BF70C-CE53-28CC-1EF6-3EE445BA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A02E-A2C5-BA87-C1D1-59FC926E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417A-C47D-B138-43C8-169FC9AD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7864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ACF3-B8A0-ECA8-AA9E-5AF7D3F7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06572-61FA-9B67-9DAB-6B6BDD24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F3C2D-E76A-75F9-8955-77195613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11654-8F69-63BB-3667-C6CF6493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893AD-0ABD-5092-B705-CACB99AF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4671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975D-B023-2835-87C3-899D6754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5D0ED-79E2-E8DB-3FC6-7B16B7C0C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57BF7-379C-227F-8C8E-1B4E03F46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FB1A7-18BB-1612-D372-3E444F5C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3E3A0-9229-D991-004B-000C7127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6615A-5803-BB73-58E2-7E7F6941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282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7C9F2-7812-7E67-5DD6-CBE71D23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2D2B4-A4E9-8EA0-3279-689BBEA0E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BC638-661A-2157-A21B-08CE9D54D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F00837-51E4-BE05-24AD-E8772E314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7FEA0-675C-F7E5-A96A-510AB7292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46858-F28E-9C10-F0AF-AF0ADEE94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BAFD03-9964-E445-F886-61117665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D008F1-3175-C378-7D69-6C7A39AF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4477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45E9-B0C3-63E0-E454-23F002A6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9028E-969A-EAAA-17A3-3A757C24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76A1C-6AB5-818C-7152-3D604DB0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E1936-C933-4099-F5C9-74084F84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5931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8C3F4-FAD2-2E4B-B9E5-9F15F897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6FF4F-E0D9-DE8F-2036-CEB2D823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A1AE9-760D-D839-DAF9-E19C8E3C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668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E18F-278D-A375-3226-423F66A47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A7D6E-91AE-8359-36D5-3CE395D8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09D26-A598-2533-9AAC-93D3105F7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FB313-3F50-4363-91D5-7AE9B98C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9F3D-D2D4-EC5D-5AF8-F238B0D9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3DDE4-730B-59DB-D823-E219CCCE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53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898B-70E4-9131-4DDE-9A9C1D93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CECCF-ECDC-38AB-B8D5-551A05F8F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ADE5C-30C5-AB9A-298D-117A4E9F0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DD95C-89DE-FFBC-3191-8ABAC1DB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2290F-D1F9-2190-6812-771983C0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477D9-6D66-6931-A1D4-F53A53D5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13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C07E-6B13-2BE4-A310-2990D1E2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BF57F-B564-E334-E3FD-B29B47A8B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4F115-A6EF-6022-D9E8-F9D985DF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F8DD1-B04D-B583-34AE-E63D7013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0A5E4-6C53-A358-BF39-AC2F540E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6836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DC254-17FE-75FC-BEFA-767E3B74C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F4CB-5249-53E6-EFAA-7F3794D91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0099-603E-E67A-A93E-485954F4C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49612-BDB1-565F-E038-5B083E6F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E2D78-A434-0296-2798-9D88D381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946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7D25E-9DAC-3EBC-8B47-C10D9F0F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5FB53-9C7C-804A-D240-3A4E832A3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95ED0-4046-A63D-F896-73C63A8EF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97AA8-2C00-4269-9798-CD7A01800976}" type="datetimeFigureOut">
              <a:rPr lang="nb-NO" smtClean="0"/>
              <a:t>08.12.2023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21533-7B1B-213B-5929-5213743E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01776-4689-A31A-3B8B-ED185388A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08B85-A4CC-4B26-91DF-82921A2727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6020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A0F3E22-E2DD-5CAF-2A6A-35F777B341C5}"/>
              </a:ext>
            </a:extLst>
          </p:cNvPr>
          <p:cNvCxnSpPr>
            <a:cxnSpLocks/>
          </p:cNvCxnSpPr>
          <p:nvPr/>
        </p:nvCxnSpPr>
        <p:spPr>
          <a:xfrm>
            <a:off x="1510937" y="4671401"/>
            <a:ext cx="9170125" cy="0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FF017061-377E-D9F0-00AC-5A46704FF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421" b="99454" l="9877" r="91358">
                        <a14:foregroundMark x1="63374" y1="34973" x2="63374" y2="34973"/>
                        <a14:foregroundMark x1="47119" y1="31967" x2="47119" y2="31967"/>
                        <a14:foregroundMark x1="54938" y1="17486" x2="54938" y2="17486"/>
                        <a14:foregroundMark x1="52675" y1="8197" x2="52675" y2="8197"/>
                        <a14:foregroundMark x1="65638" y1="6421" x2="65638" y2="6421"/>
                        <a14:foregroundMark x1="84568" y1="37158" x2="84568" y2="37158"/>
                        <a14:foregroundMark x1="65021" y1="22678" x2="65021" y2="22678"/>
                        <a14:foregroundMark x1="81481" y1="57377" x2="81481" y2="57377"/>
                        <a14:foregroundMark x1="70165" y1="68443" x2="70165" y2="68443"/>
                        <a14:foregroundMark x1="70576" y1="63661" x2="70576" y2="63661"/>
                        <a14:foregroundMark x1="42181" y1="79781" x2="42181" y2="79781"/>
                        <a14:foregroundMark x1="39300" y1="75546" x2="39300" y2="75546"/>
                        <a14:foregroundMark x1="68107" y1="91120" x2="68107" y2="91120"/>
                        <a14:foregroundMark x1="28189" y1="81284" x2="63786" y2="81831"/>
                        <a14:foregroundMark x1="63786" y1="81831" x2="32922" y2="95628"/>
                        <a14:foregroundMark x1="32922" y1="95628" x2="28189" y2="83743"/>
                        <a14:foregroundMark x1="90741" y1="88388" x2="47737" y2="82787"/>
                        <a14:foregroundMark x1="47737" y1="82787" x2="73045" y2="99454"/>
                        <a14:foregroundMark x1="73045" y1="99454" x2="90947" y2="88388"/>
                        <a14:foregroundMark x1="91358" y1="86885" x2="84156" y2="81148"/>
                        <a14:foregroundMark x1="72016" y1="22814" x2="36831" y2="14071"/>
                        <a14:foregroundMark x1="36831" y1="14071" x2="42593" y2="38251"/>
                        <a14:foregroundMark x1="42593" y1="38251" x2="68930" y2="19672"/>
                        <a14:foregroundMark x1="68930" y1="19672" x2="68724" y2="18852"/>
                        <a14:foregroundMark x1="46091" y1="34290" x2="36831" y2="29918"/>
                        <a14:foregroundMark x1="37449" y1="31557" x2="37860" y2="39071"/>
                        <a14:foregroundMark x1="61934" y1="25683" x2="80453" y2="29918"/>
                        <a14:foregroundMark x1="73457" y1="30328" x2="74280" y2="31831"/>
                        <a14:foregroundMark x1="74280" y1="31967" x2="74280" y2="31967"/>
                        <a14:foregroundMark x1="72016" y1="35519" x2="72016" y2="35519"/>
                        <a14:foregroundMark x1="70576" y1="36749" x2="70576" y2="36749"/>
                        <a14:foregroundMark x1="63992" y1="40437" x2="63992" y2="40437"/>
                        <a14:foregroundMark x1="64815" y1="40847" x2="64815" y2="40847"/>
                        <a14:foregroundMark x1="63374" y1="41120" x2="63374" y2="41120"/>
                        <a14:foregroundMark x1="58230" y1="42760" x2="58230" y2="42760"/>
                        <a14:backgroundMark x1="64815" y1="11339" x2="64815" y2="11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9847" y="4487085"/>
            <a:ext cx="1485464" cy="2237366"/>
          </a:xfrm>
          <a:prstGeom prst="rect">
            <a:avLst/>
          </a:prstGeom>
        </p:spPr>
      </p:pic>
      <p:pic>
        <p:nvPicPr>
          <p:cNvPr id="42" name="Picture 41" descr="A cartoon of a person wearing a white lab coat&#10;&#10;Description automatically generated">
            <a:extLst>
              <a:ext uri="{FF2B5EF4-FFF2-40B4-BE49-F238E27FC236}">
                <a16:creationId xmlns:a16="http://schemas.microsoft.com/office/drawing/2014/main" id="{CF86B55E-1265-D5F5-F743-221613CDDA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924" y="2446863"/>
            <a:ext cx="1004656" cy="224373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5E106DA8-849F-A71A-34F2-9481E7585BE6}"/>
              </a:ext>
            </a:extLst>
          </p:cNvPr>
          <p:cNvGrpSpPr/>
          <p:nvPr/>
        </p:nvGrpSpPr>
        <p:grpSpPr>
          <a:xfrm>
            <a:off x="1604424" y="456715"/>
            <a:ext cx="1612288" cy="2325280"/>
            <a:chOff x="674603" y="472032"/>
            <a:chExt cx="1612288" cy="2325280"/>
          </a:xfrm>
        </p:grpSpPr>
        <p:pic>
          <p:nvPicPr>
            <p:cNvPr id="7" name="Picture 6" descr="Businesswoman counting four">
              <a:extLst>
                <a:ext uri="{FF2B5EF4-FFF2-40B4-BE49-F238E27FC236}">
                  <a16:creationId xmlns:a16="http://schemas.microsoft.com/office/drawing/2014/main" id="{7A5020FB-21AD-CE7A-2095-2A73B46CF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4039" y="608342"/>
              <a:ext cx="852852" cy="2188969"/>
            </a:xfrm>
            <a:prstGeom prst="rect">
              <a:avLst/>
            </a:prstGeom>
          </p:spPr>
        </p:pic>
        <p:pic>
          <p:nvPicPr>
            <p:cNvPr id="9" name="Picture 8" descr="Businessman holding mug">
              <a:extLst>
                <a:ext uri="{FF2B5EF4-FFF2-40B4-BE49-F238E27FC236}">
                  <a16:creationId xmlns:a16="http://schemas.microsoft.com/office/drawing/2014/main" id="{B256549B-70B0-F39A-6B3A-9777E397A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977" y="472032"/>
              <a:ext cx="964861" cy="2325279"/>
            </a:xfrm>
            <a:prstGeom prst="rect">
              <a:avLst/>
            </a:prstGeom>
          </p:spPr>
        </p:pic>
        <p:pic>
          <p:nvPicPr>
            <p:cNvPr id="5" name="Picture 4" descr="Young chinse boy raising a finger">
              <a:extLst>
                <a:ext uri="{FF2B5EF4-FFF2-40B4-BE49-F238E27FC236}">
                  <a16:creationId xmlns:a16="http://schemas.microsoft.com/office/drawing/2014/main" id="{DFDEA003-92E3-5F58-4BFA-B45B72876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603" y="1122299"/>
              <a:ext cx="524159" cy="1675013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AE009C-051C-0841-0146-5D8A448B0C6C}"/>
              </a:ext>
            </a:extLst>
          </p:cNvPr>
          <p:cNvGrpSpPr/>
          <p:nvPr/>
        </p:nvGrpSpPr>
        <p:grpSpPr>
          <a:xfrm>
            <a:off x="1604424" y="2765368"/>
            <a:ext cx="9210807" cy="3787200"/>
            <a:chOff x="2413158" y="903712"/>
            <a:chExt cx="9210807" cy="37872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EA1EFA7-DCF5-BC82-D364-33CE14AB77EC}"/>
                </a:ext>
              </a:extLst>
            </p:cNvPr>
            <p:cNvCxnSpPr>
              <a:cxnSpLocks/>
            </p:cNvCxnSpPr>
            <p:nvPr/>
          </p:nvCxnSpPr>
          <p:spPr>
            <a:xfrm>
              <a:off x="2413158" y="912025"/>
              <a:ext cx="1892835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50EE62-BD46-ABC5-6A17-A1EAA49B3A67}"/>
                </a:ext>
              </a:extLst>
            </p:cNvPr>
            <p:cNvCxnSpPr>
              <a:cxnSpLocks/>
            </p:cNvCxnSpPr>
            <p:nvPr/>
          </p:nvCxnSpPr>
          <p:spPr>
            <a:xfrm>
              <a:off x="4269668" y="903712"/>
              <a:ext cx="0" cy="189360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814F3F4-53B4-DEAC-247E-CD527E41CC3B}"/>
                </a:ext>
              </a:extLst>
            </p:cNvPr>
            <p:cNvCxnSpPr>
              <a:cxnSpLocks/>
            </p:cNvCxnSpPr>
            <p:nvPr/>
          </p:nvCxnSpPr>
          <p:spPr>
            <a:xfrm>
              <a:off x="4239490" y="2805625"/>
              <a:ext cx="1892835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2A9FC0D-52A5-CB5C-8A2B-2361A1A9808E}"/>
                </a:ext>
              </a:extLst>
            </p:cNvPr>
            <p:cNvCxnSpPr>
              <a:cxnSpLocks/>
            </p:cNvCxnSpPr>
            <p:nvPr/>
          </p:nvCxnSpPr>
          <p:spPr>
            <a:xfrm>
              <a:off x="6104313" y="2797312"/>
              <a:ext cx="0" cy="189360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D547784-E17B-E0AA-272C-E649174A9BD4}"/>
                </a:ext>
              </a:extLst>
            </p:cNvPr>
            <p:cNvCxnSpPr>
              <a:cxnSpLocks/>
            </p:cNvCxnSpPr>
            <p:nvPr/>
          </p:nvCxnSpPr>
          <p:spPr>
            <a:xfrm>
              <a:off x="6076370" y="4690912"/>
              <a:ext cx="1892835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295FD91-2075-920A-D76C-00ED89D79B2F}"/>
                </a:ext>
              </a:extLst>
            </p:cNvPr>
            <p:cNvCxnSpPr>
              <a:cxnSpLocks/>
            </p:cNvCxnSpPr>
            <p:nvPr/>
          </p:nvCxnSpPr>
          <p:spPr>
            <a:xfrm>
              <a:off x="7933184" y="2797312"/>
              <a:ext cx="0" cy="189360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9C4749A-6557-FCC2-6A28-3CF60FE683B1}"/>
                </a:ext>
              </a:extLst>
            </p:cNvPr>
            <p:cNvCxnSpPr>
              <a:cxnSpLocks/>
            </p:cNvCxnSpPr>
            <p:nvPr/>
          </p:nvCxnSpPr>
          <p:spPr>
            <a:xfrm>
              <a:off x="7899628" y="2805625"/>
              <a:ext cx="1892835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D687468-81DB-F780-D7C0-196B021A380E}"/>
                </a:ext>
              </a:extLst>
            </p:cNvPr>
            <p:cNvCxnSpPr>
              <a:cxnSpLocks/>
            </p:cNvCxnSpPr>
            <p:nvPr/>
          </p:nvCxnSpPr>
          <p:spPr>
            <a:xfrm>
              <a:off x="9764755" y="903712"/>
              <a:ext cx="0" cy="189360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5F446E4-8470-EEE6-03B8-79D049F51B41}"/>
                </a:ext>
              </a:extLst>
            </p:cNvPr>
            <p:cNvCxnSpPr>
              <a:cxnSpLocks/>
            </p:cNvCxnSpPr>
            <p:nvPr/>
          </p:nvCxnSpPr>
          <p:spPr>
            <a:xfrm>
              <a:off x="9731130" y="912025"/>
              <a:ext cx="1892835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0" name="Picture 39" descr="A cartoon of a person wearing a white lab coat&#10;&#10;Description automatically generated">
            <a:extLst>
              <a:ext uri="{FF2B5EF4-FFF2-40B4-BE49-F238E27FC236}">
                <a16:creationId xmlns:a16="http://schemas.microsoft.com/office/drawing/2014/main" id="{C8F435D7-0C75-EBC3-2490-5FFBC57C97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723" y="2454736"/>
            <a:ext cx="970507" cy="217285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BAE818C0-B1E8-68B8-B901-9797C9526D79}"/>
              </a:ext>
            </a:extLst>
          </p:cNvPr>
          <p:cNvSpPr/>
          <p:nvPr/>
        </p:nvSpPr>
        <p:spPr>
          <a:xfrm>
            <a:off x="3204659" y="1156560"/>
            <a:ext cx="3436634" cy="7283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0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Introduksjon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8EFF3A8-3C2F-413B-D6C3-33CCEC7F2226}"/>
              </a:ext>
            </a:extLst>
          </p:cNvPr>
          <p:cNvSpPr/>
          <p:nvPr/>
        </p:nvSpPr>
        <p:spPr>
          <a:xfrm>
            <a:off x="530857" y="3281596"/>
            <a:ext cx="3436634" cy="7283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0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Teori og metode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3C000F-EAA5-3199-4B1D-31353E55338B}"/>
              </a:ext>
            </a:extLst>
          </p:cNvPr>
          <p:cNvSpPr/>
          <p:nvPr/>
        </p:nvSpPr>
        <p:spPr>
          <a:xfrm>
            <a:off x="2323776" y="5249930"/>
            <a:ext cx="3436634" cy="7283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0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og analyse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2BE5E3-85BA-9CCB-AFD1-E0E30B962AA5}"/>
              </a:ext>
            </a:extLst>
          </p:cNvPr>
          <p:cNvSpPr/>
          <p:nvPr/>
        </p:nvSpPr>
        <p:spPr>
          <a:xfrm>
            <a:off x="5814778" y="3345958"/>
            <a:ext cx="3436634" cy="7283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0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Resultater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71983C-DC1E-45C1-753F-E2EA971F0406}"/>
              </a:ext>
            </a:extLst>
          </p:cNvPr>
          <p:cNvSpPr/>
          <p:nvPr/>
        </p:nvSpPr>
        <p:spPr>
          <a:xfrm>
            <a:off x="7819194" y="1255203"/>
            <a:ext cx="3436634" cy="7283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0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Diskusjon</a:t>
            </a:r>
          </a:p>
        </p:txBody>
      </p:sp>
    </p:spTree>
    <p:extLst>
      <p:ext uri="{BB962C8B-B14F-4D97-AF65-F5344CB8AC3E}">
        <p14:creationId xmlns:p14="http://schemas.microsoft.com/office/powerpoint/2010/main" val="29764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F773AF-60CC-5912-BBB0-DCCDBDF8BC38}"/>
              </a:ext>
            </a:extLst>
          </p:cNvPr>
          <p:cNvSpPr txBox="1"/>
          <p:nvPr/>
        </p:nvSpPr>
        <p:spPr>
          <a:xfrm>
            <a:off x="1593966" y="1440472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Svart</a:t>
            </a:r>
            <a:r>
              <a:rPr lang="en-US" dirty="0"/>
              <a:t> clipart med </a:t>
            </a:r>
            <a:r>
              <a:rPr lang="en-US" dirty="0" err="1"/>
              <a:t>kvinne</a:t>
            </a:r>
            <a:r>
              <a:rPr lang="en-US" dirty="0"/>
              <a:t> Image by </a:t>
            </a:r>
            <a:r>
              <a:rPr lang="en-US" dirty="0" err="1"/>
              <a:t>macrovector_official</a:t>
            </a:r>
            <a:r>
              <a:rPr lang="en-US" dirty="0"/>
              <a:t> on </a:t>
            </a:r>
            <a:r>
              <a:rPr lang="en-US" dirty="0" err="1"/>
              <a:t>Freepik</a:t>
            </a:r>
            <a:r>
              <a:rPr lang="en-US" dirty="0"/>
              <a:t> </a:t>
            </a:r>
            <a:endParaRPr lang="nb-N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200F1-E7D1-4721-4777-F0AD6BF78DF4}"/>
              </a:ext>
            </a:extLst>
          </p:cNvPr>
          <p:cNvSpPr txBox="1"/>
          <p:nvPr/>
        </p:nvSpPr>
        <p:spPr>
          <a:xfrm>
            <a:off x="1593966" y="21492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young scientists Image by </a:t>
            </a:r>
            <a:r>
              <a:rPr lang="en-US" dirty="0" err="1"/>
              <a:t>brgfx</a:t>
            </a:r>
            <a:r>
              <a:rPr lang="en-US" dirty="0"/>
              <a:t> on </a:t>
            </a:r>
            <a:r>
              <a:rPr lang="en-US" dirty="0" err="1"/>
              <a:t>Freepik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8690D-4D9E-0FFD-E33C-02665D1F20F9}"/>
              </a:ext>
            </a:extLst>
          </p:cNvPr>
          <p:cNvSpPr txBox="1"/>
          <p:nvPr/>
        </p:nvSpPr>
        <p:spPr>
          <a:xfrm>
            <a:off x="1293520" y="3625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menneskene</a:t>
            </a:r>
            <a:r>
              <a:rPr lang="en-US" dirty="0"/>
              <a:t> er </a:t>
            </a:r>
            <a:r>
              <a:rPr lang="en-US" dirty="0" err="1"/>
              <a:t>fra</a:t>
            </a:r>
            <a:r>
              <a:rPr lang="en-US" dirty="0"/>
              <a:t> “Insert Icon” her i </a:t>
            </a:r>
            <a:r>
              <a:rPr lang="en-US" dirty="0" err="1"/>
              <a:t>Powerpoint</a:t>
            </a:r>
            <a:r>
              <a:rPr lang="en-US" dirty="0"/>
              <a:t>. Used with permission from Microsoft. </a:t>
            </a:r>
          </a:p>
        </p:txBody>
      </p:sp>
    </p:spTree>
    <p:extLst>
      <p:ext uri="{BB962C8B-B14F-4D97-AF65-F5344CB8AC3E}">
        <p14:creationId xmlns:p14="http://schemas.microsoft.com/office/powerpoint/2010/main" val="1977194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Roar Bakken Stovner</dc:creator>
  <cp:lastModifiedBy>Roar Bakken Stovner</cp:lastModifiedBy>
  <cp:revision>1</cp:revision>
  <dcterms:created xsi:type="dcterms:W3CDTF">2023-12-08T09:23:25Z</dcterms:created>
  <dcterms:modified xsi:type="dcterms:W3CDTF">2023-12-08T10:15:27Z</dcterms:modified>
</cp:coreProperties>
</file>